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6"/>
    <p:restoredTop sz="94753"/>
  </p:normalViewPr>
  <p:slideViewPr>
    <p:cSldViewPr snapToGrid="0">
      <p:cViewPr varScale="1">
        <p:scale>
          <a:sx n="118" d="100"/>
          <a:sy n="118" d="100"/>
        </p:scale>
        <p:origin x="9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4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74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1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5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1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3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9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9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90F72-4BB9-4540-9E3A-0402019D6B7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98ED7-2F48-CA4C-A6AE-78344BFA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343B01-587E-E39F-2B26-6C347DC0EE55}"/>
              </a:ext>
            </a:extLst>
          </p:cNvPr>
          <p:cNvSpPr/>
          <p:nvPr/>
        </p:nvSpPr>
        <p:spPr>
          <a:xfrm>
            <a:off x="3195146" y="3484179"/>
            <a:ext cx="1376855" cy="1891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647D58-3244-AE52-7645-3BCD65396DDA}"/>
              </a:ext>
            </a:extLst>
          </p:cNvPr>
          <p:cNvSpPr/>
          <p:nvPr/>
        </p:nvSpPr>
        <p:spPr>
          <a:xfrm>
            <a:off x="6532181" y="3484179"/>
            <a:ext cx="1376855" cy="1891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0A4914-112E-DC1B-CBF9-194A96FCA690}"/>
              </a:ext>
            </a:extLst>
          </p:cNvPr>
          <p:cNvCxnSpPr/>
          <p:nvPr/>
        </p:nvCxnSpPr>
        <p:spPr>
          <a:xfrm>
            <a:off x="4572000" y="4043083"/>
            <a:ext cx="196018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FD6440-2FB9-C13B-0B8F-99CEE50C25CA}"/>
              </a:ext>
            </a:extLst>
          </p:cNvPr>
          <p:cNvCxnSpPr/>
          <p:nvPr/>
        </p:nvCxnSpPr>
        <p:spPr>
          <a:xfrm>
            <a:off x="4572000" y="4818530"/>
            <a:ext cx="196018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D3D18-12FD-E934-AFB4-5B88F8B614B5}"/>
              </a:ext>
            </a:extLst>
          </p:cNvPr>
          <p:cNvSpPr txBox="1"/>
          <p:nvPr/>
        </p:nvSpPr>
        <p:spPr>
          <a:xfrm>
            <a:off x="5305561" y="4043083"/>
            <a:ext cx="493059" cy="743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FF07E-40D2-9599-81E7-17F350CDB850}"/>
              </a:ext>
            </a:extLst>
          </p:cNvPr>
          <p:cNvSpPr txBox="1"/>
          <p:nvPr/>
        </p:nvSpPr>
        <p:spPr>
          <a:xfrm>
            <a:off x="5171090" y="4899135"/>
            <a:ext cx="761999" cy="743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UART</a:t>
            </a:r>
          </a:p>
        </p:txBody>
      </p:sp>
    </p:spTree>
    <p:extLst>
      <p:ext uri="{BB962C8B-B14F-4D97-AF65-F5344CB8AC3E}">
        <p14:creationId xmlns:p14="http://schemas.microsoft.com/office/powerpoint/2010/main" val="276558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A01A7841-3046-4B30-FFA8-4D42AE1D5A10}"/>
              </a:ext>
            </a:extLst>
          </p:cNvPr>
          <p:cNvSpPr/>
          <p:nvPr/>
        </p:nvSpPr>
        <p:spPr>
          <a:xfrm>
            <a:off x="2187016" y="3127440"/>
            <a:ext cx="2943036" cy="219072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6D2BFDC-88ED-C2DA-E36F-830110D46B17}"/>
              </a:ext>
            </a:extLst>
          </p:cNvPr>
          <p:cNvSpPr/>
          <p:nvPr/>
        </p:nvSpPr>
        <p:spPr>
          <a:xfrm>
            <a:off x="3692009" y="3425038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Meadow.Core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05D31FA-45E8-E7B0-2B33-3A15621FB0A8}"/>
              </a:ext>
            </a:extLst>
          </p:cNvPr>
          <p:cNvSpPr/>
          <p:nvPr/>
        </p:nvSpPr>
        <p:spPr>
          <a:xfrm>
            <a:off x="3692009" y="4502479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029C0C-5FE9-C217-AE8E-E51D014721F1}"/>
              </a:ext>
            </a:extLst>
          </p:cNvPr>
          <p:cNvSpPr/>
          <p:nvPr/>
        </p:nvSpPr>
        <p:spPr>
          <a:xfrm>
            <a:off x="5519818" y="3846205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Message Queue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88EDA-C1DD-B773-243F-9E8ABDAC7AED}"/>
              </a:ext>
            </a:extLst>
          </p:cNvPr>
          <p:cNvSpPr/>
          <p:nvPr/>
        </p:nvSpPr>
        <p:spPr>
          <a:xfrm>
            <a:off x="5590346" y="397334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7A426-6572-DE86-04D9-091E8E332F1C}"/>
              </a:ext>
            </a:extLst>
          </p:cNvPr>
          <p:cNvSpPr/>
          <p:nvPr/>
        </p:nvSpPr>
        <p:spPr>
          <a:xfrm>
            <a:off x="5831546" y="3973582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07847-788E-375F-6D36-29AA8F74D043}"/>
              </a:ext>
            </a:extLst>
          </p:cNvPr>
          <p:cNvSpPr/>
          <p:nvPr/>
        </p:nvSpPr>
        <p:spPr>
          <a:xfrm>
            <a:off x="6072746" y="397431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1BAEBE-49FB-6951-0A0A-8790EAB229C0}"/>
              </a:ext>
            </a:extLst>
          </p:cNvPr>
          <p:cNvSpPr/>
          <p:nvPr/>
        </p:nvSpPr>
        <p:spPr>
          <a:xfrm>
            <a:off x="6315714" y="397334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AA9EE-A30D-62DF-E23D-3201C1FE32F7}"/>
              </a:ext>
            </a:extLst>
          </p:cNvPr>
          <p:cNvSpPr/>
          <p:nvPr/>
        </p:nvSpPr>
        <p:spPr>
          <a:xfrm>
            <a:off x="6561847" y="397334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A21BE6-87D3-F3CF-B948-4ADB059497AA}"/>
              </a:ext>
            </a:extLst>
          </p:cNvPr>
          <p:cNvSpPr/>
          <p:nvPr/>
        </p:nvSpPr>
        <p:spPr>
          <a:xfrm>
            <a:off x="8641384" y="4715889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UART Interface Handler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250287-BE9E-3ADE-5CBE-F765CD440358}"/>
              </a:ext>
            </a:extLst>
          </p:cNvPr>
          <p:cNvSpPr/>
          <p:nvPr/>
        </p:nvSpPr>
        <p:spPr>
          <a:xfrm>
            <a:off x="8641384" y="3025983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 Interface Handler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5CA0C3-9DB2-3B64-C1FF-F4AE04243829}"/>
              </a:ext>
            </a:extLst>
          </p:cNvPr>
          <p:cNvSpPr/>
          <p:nvPr/>
        </p:nvSpPr>
        <p:spPr>
          <a:xfrm>
            <a:off x="7080601" y="3025984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Message Dispatcher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BE6CAA7-E1F1-9BA1-D2D5-AC7AE4250E24}"/>
              </a:ext>
            </a:extLst>
          </p:cNvPr>
          <p:cNvSpPr/>
          <p:nvPr/>
        </p:nvSpPr>
        <p:spPr>
          <a:xfrm>
            <a:off x="5519818" y="3025985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Message Queue Task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3F77D54-B4D9-D0A1-8E28-D750D017B7E9}"/>
              </a:ext>
            </a:extLst>
          </p:cNvPr>
          <p:cNvCxnSpPr>
            <a:stCxn id="9" idx="3"/>
            <a:endCxn id="14" idx="2"/>
          </p:cNvCxnSpPr>
          <p:nvPr/>
        </p:nvCxnSpPr>
        <p:spPr>
          <a:xfrm flipH="1" flipV="1">
            <a:off x="6175147" y="3448276"/>
            <a:ext cx="602701" cy="633069"/>
          </a:xfrm>
          <a:prstGeom prst="curvedConnector4">
            <a:avLst>
              <a:gd name="adj1" fmla="val -56173"/>
              <a:gd name="adj2" fmla="val 58530"/>
            </a:avLst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2B0FFFD-6CAF-8825-2206-291054DEF9AC}"/>
              </a:ext>
            </a:extLst>
          </p:cNvPr>
          <p:cNvCxnSpPr>
            <a:cxnSpLocks/>
            <a:stCxn id="10" idx="0"/>
            <a:endCxn id="12" idx="2"/>
          </p:cNvCxnSpPr>
          <p:nvPr/>
        </p:nvCxnSpPr>
        <p:spPr>
          <a:xfrm flipV="1">
            <a:off x="9296712" y="3448274"/>
            <a:ext cx="0" cy="12676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475BA41-16AC-AF2B-1824-07328219D401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6830475" y="3237130"/>
            <a:ext cx="25012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46468A-E7D5-55D9-2263-22B02840A330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8391258" y="3237129"/>
            <a:ext cx="250127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B902906-5780-E2DF-7478-4D6CD2AB7A21}"/>
              </a:ext>
            </a:extLst>
          </p:cNvPr>
          <p:cNvSpPr txBox="1"/>
          <p:nvPr/>
        </p:nvSpPr>
        <p:spPr>
          <a:xfrm>
            <a:off x="6476497" y="5102712"/>
            <a:ext cx="1310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Message Waiting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E58B6D-A675-33E7-CB2C-D78B5D01469E}"/>
              </a:ext>
            </a:extLst>
          </p:cNvPr>
          <p:cNvSpPr txBox="1"/>
          <p:nvPr/>
        </p:nvSpPr>
        <p:spPr>
          <a:xfrm>
            <a:off x="8446498" y="3946236"/>
            <a:ext cx="9521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ESP SPI Ready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F65D8D-6520-D42E-E715-6ADB0DA94137}"/>
              </a:ext>
            </a:extLst>
          </p:cNvPr>
          <p:cNvSpPr txBox="1"/>
          <p:nvPr/>
        </p:nvSpPr>
        <p:spPr>
          <a:xfrm>
            <a:off x="6796194" y="4052814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FD778D-EC7E-D940-352A-476E649CC029}"/>
              </a:ext>
            </a:extLst>
          </p:cNvPr>
          <p:cNvSpPr txBox="1"/>
          <p:nvPr/>
        </p:nvSpPr>
        <p:spPr>
          <a:xfrm>
            <a:off x="5200580" y="4052814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60BD2A2-24A9-AA0D-9571-DD93601A57F0}"/>
              </a:ext>
            </a:extLst>
          </p:cNvPr>
          <p:cNvCxnSpPr>
            <a:stCxn id="2" idx="3"/>
          </p:cNvCxnSpPr>
          <p:nvPr/>
        </p:nvCxnSpPr>
        <p:spPr>
          <a:xfrm>
            <a:off x="5002666" y="3636184"/>
            <a:ext cx="517153" cy="337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56489E2-2E61-4FE9-CD7C-FCE0A3C83247}"/>
              </a:ext>
            </a:extLst>
          </p:cNvPr>
          <p:cNvCxnSpPr>
            <a:stCxn id="3" idx="3"/>
          </p:cNvCxnSpPr>
          <p:nvPr/>
        </p:nvCxnSpPr>
        <p:spPr>
          <a:xfrm flipV="1">
            <a:off x="5002665" y="4341598"/>
            <a:ext cx="535054" cy="372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5B89C2B-7623-096A-D17B-7FF0BEB70284}"/>
              </a:ext>
            </a:extLst>
          </p:cNvPr>
          <p:cNvSpPr/>
          <p:nvPr/>
        </p:nvSpPr>
        <p:spPr>
          <a:xfrm>
            <a:off x="7080601" y="2290563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 / Response Processor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4B585FC-552C-BD9D-A09D-E90079EDDF36}"/>
              </a:ext>
            </a:extLst>
          </p:cNvPr>
          <p:cNvCxnSpPr>
            <a:stCxn id="13" idx="0"/>
            <a:endCxn id="78" idx="2"/>
          </p:cNvCxnSpPr>
          <p:nvPr/>
        </p:nvCxnSpPr>
        <p:spPr>
          <a:xfrm flipV="1">
            <a:off x="7735929" y="2712853"/>
            <a:ext cx="0" cy="3131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DB8CAEC-0B3A-5A44-0A31-75E95B5E5FDC}"/>
              </a:ext>
            </a:extLst>
          </p:cNvPr>
          <p:cNvSpPr txBox="1"/>
          <p:nvPr/>
        </p:nvSpPr>
        <p:spPr>
          <a:xfrm>
            <a:off x="6006482" y="2465500"/>
            <a:ext cx="12575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Event / Response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1CBD0CD-A716-62A0-F1AD-B1FB0A393BD1}"/>
              </a:ext>
            </a:extLst>
          </p:cNvPr>
          <p:cNvSpPr/>
          <p:nvPr/>
        </p:nvSpPr>
        <p:spPr>
          <a:xfrm>
            <a:off x="2332322" y="3425037"/>
            <a:ext cx="1005065" cy="15212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Application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6AA6298-21AE-3EB7-B6BE-B8D99E880DAC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337387" y="3636183"/>
            <a:ext cx="35462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5E8534D-BF0F-C256-A265-945DFA3D424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351247" y="4713624"/>
            <a:ext cx="340762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CCC88472-CCBC-1094-4400-49911C0829A2}"/>
              </a:ext>
            </a:extLst>
          </p:cNvPr>
          <p:cNvCxnSpPr>
            <a:cxnSpLocks/>
            <a:stCxn id="2" idx="2"/>
            <a:endCxn id="112" idx="3"/>
          </p:cNvCxnSpPr>
          <p:nvPr/>
        </p:nvCxnSpPr>
        <p:spPr>
          <a:xfrm rot="5400000">
            <a:off x="3673190" y="3511527"/>
            <a:ext cx="338347" cy="1009951"/>
          </a:xfrm>
          <a:prstGeom prst="curvedConnector2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318259B-AA9B-DE8B-C14A-A335FAF49E9A}"/>
              </a:ext>
            </a:extLst>
          </p:cNvPr>
          <p:cNvSpPr txBox="1"/>
          <p:nvPr/>
        </p:nvSpPr>
        <p:spPr>
          <a:xfrm>
            <a:off x="3866585" y="4051024"/>
            <a:ext cx="525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Event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1629778-EE67-C300-F3E5-5776B919FC48}"/>
              </a:ext>
            </a:extLst>
          </p:cNvPr>
          <p:cNvSpPr txBox="1"/>
          <p:nvPr/>
        </p:nvSpPr>
        <p:spPr>
          <a:xfrm>
            <a:off x="3770506" y="5346695"/>
            <a:ext cx="4809281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STM32 Message Processing</a:t>
            </a:r>
          </a:p>
        </p:txBody>
      </p:sp>
      <p:sp>
        <p:nvSpPr>
          <p:cNvPr id="135" name="Freeform 134">
            <a:extLst>
              <a:ext uri="{FF2B5EF4-FFF2-40B4-BE49-F238E27FC236}">
                <a16:creationId xmlns:a16="http://schemas.microsoft.com/office/drawing/2014/main" id="{C072C604-AFA6-288E-45D7-095FB92C63BB}"/>
              </a:ext>
            </a:extLst>
          </p:cNvPr>
          <p:cNvSpPr/>
          <p:nvPr/>
        </p:nvSpPr>
        <p:spPr>
          <a:xfrm>
            <a:off x="3701971" y="2488558"/>
            <a:ext cx="3397169" cy="642395"/>
          </a:xfrm>
          <a:custGeom>
            <a:avLst/>
            <a:gdLst>
              <a:gd name="connsiteX0" fmla="*/ 3397169 w 3397169"/>
              <a:gd name="connsiteY0" fmla="*/ 0 h 642395"/>
              <a:gd name="connsiteX1" fmla="*/ 1603093 w 3397169"/>
              <a:gd name="connsiteY1" fmla="*/ 121534 h 642395"/>
              <a:gd name="connsiteX2" fmla="*/ 0 w 3397169"/>
              <a:gd name="connsiteY2" fmla="*/ 642395 h 642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7169" h="642395">
                <a:moveTo>
                  <a:pt x="3397169" y="0"/>
                </a:moveTo>
                <a:cubicBezTo>
                  <a:pt x="2783228" y="7234"/>
                  <a:pt x="2169288" y="14468"/>
                  <a:pt x="1603093" y="121534"/>
                </a:cubicBezTo>
                <a:cubicBezTo>
                  <a:pt x="1036898" y="228600"/>
                  <a:pt x="518449" y="435497"/>
                  <a:pt x="0" y="642395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6">
            <a:extLst>
              <a:ext uri="{FF2B5EF4-FFF2-40B4-BE49-F238E27FC236}">
                <a16:creationId xmlns:a16="http://schemas.microsoft.com/office/drawing/2014/main" id="{D148FAB6-0CAF-5824-0959-0B44D7BA5AA3}"/>
              </a:ext>
            </a:extLst>
          </p:cNvPr>
          <p:cNvSpPr/>
          <p:nvPr/>
        </p:nvSpPr>
        <p:spPr>
          <a:xfrm>
            <a:off x="5700532" y="4502551"/>
            <a:ext cx="2934182" cy="865697"/>
          </a:xfrm>
          <a:custGeom>
            <a:avLst/>
            <a:gdLst>
              <a:gd name="connsiteX0" fmla="*/ 2934182 w 2934182"/>
              <a:gd name="connsiteY0" fmla="*/ 410901 h 836658"/>
              <a:gd name="connsiteX1" fmla="*/ 2581154 w 2934182"/>
              <a:gd name="connsiteY1" fmla="*/ 428263 h 836658"/>
              <a:gd name="connsiteX2" fmla="*/ 2077655 w 2934182"/>
              <a:gd name="connsiteY2" fmla="*/ 758142 h 836658"/>
              <a:gd name="connsiteX3" fmla="*/ 491924 w 2934182"/>
              <a:gd name="connsiteY3" fmla="*/ 769716 h 836658"/>
              <a:gd name="connsiteX4" fmla="*/ 0 w 2934182"/>
              <a:gd name="connsiteY4" fmla="*/ 0 h 836658"/>
              <a:gd name="connsiteX0" fmla="*/ 2934182 w 2934182"/>
              <a:gd name="connsiteY0" fmla="*/ 410901 h 834815"/>
              <a:gd name="connsiteX1" fmla="*/ 2575366 w 2934182"/>
              <a:gd name="connsiteY1" fmla="*/ 468774 h 834815"/>
              <a:gd name="connsiteX2" fmla="*/ 2077655 w 2934182"/>
              <a:gd name="connsiteY2" fmla="*/ 758142 h 834815"/>
              <a:gd name="connsiteX3" fmla="*/ 491924 w 2934182"/>
              <a:gd name="connsiteY3" fmla="*/ 769716 h 834815"/>
              <a:gd name="connsiteX4" fmla="*/ 0 w 2934182"/>
              <a:gd name="connsiteY4" fmla="*/ 0 h 834815"/>
              <a:gd name="connsiteX0" fmla="*/ 2934182 w 2934182"/>
              <a:gd name="connsiteY0" fmla="*/ 410901 h 865697"/>
              <a:gd name="connsiteX1" fmla="*/ 2575366 w 2934182"/>
              <a:gd name="connsiteY1" fmla="*/ 468774 h 865697"/>
              <a:gd name="connsiteX2" fmla="*/ 2077655 w 2934182"/>
              <a:gd name="connsiteY2" fmla="*/ 827590 h 865697"/>
              <a:gd name="connsiteX3" fmla="*/ 491924 w 2934182"/>
              <a:gd name="connsiteY3" fmla="*/ 769716 h 865697"/>
              <a:gd name="connsiteX4" fmla="*/ 0 w 2934182"/>
              <a:gd name="connsiteY4" fmla="*/ 0 h 86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4182" h="865697">
                <a:moveTo>
                  <a:pt x="2934182" y="410901"/>
                </a:moveTo>
                <a:cubicBezTo>
                  <a:pt x="2829045" y="390645"/>
                  <a:pt x="2718121" y="399326"/>
                  <a:pt x="2575366" y="468774"/>
                </a:cubicBezTo>
                <a:cubicBezTo>
                  <a:pt x="2432612" y="538222"/>
                  <a:pt x="2424895" y="777433"/>
                  <a:pt x="2077655" y="827590"/>
                </a:cubicBezTo>
                <a:cubicBezTo>
                  <a:pt x="1730415" y="877747"/>
                  <a:pt x="838200" y="896073"/>
                  <a:pt x="491924" y="769716"/>
                </a:cubicBezTo>
                <a:cubicBezTo>
                  <a:pt x="145648" y="643359"/>
                  <a:pt x="72824" y="321679"/>
                  <a:pt x="0" y="0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0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CDC29-CBD2-5F67-F69F-67973C2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6830D6-05E7-B6DB-E51F-C161C19145F2}"/>
              </a:ext>
            </a:extLst>
          </p:cNvPr>
          <p:cNvSpPr/>
          <p:nvPr/>
        </p:nvSpPr>
        <p:spPr>
          <a:xfrm>
            <a:off x="5597930" y="1910594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System Message Queue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FE52A-8523-1F84-6BEE-74EF4E950043}"/>
              </a:ext>
            </a:extLst>
          </p:cNvPr>
          <p:cNvSpPr/>
          <p:nvPr/>
        </p:nvSpPr>
        <p:spPr>
          <a:xfrm>
            <a:off x="5668458" y="195092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F372E5-E53A-2D24-CD74-7D3EFE0E609B}"/>
              </a:ext>
            </a:extLst>
          </p:cNvPr>
          <p:cNvSpPr/>
          <p:nvPr/>
        </p:nvSpPr>
        <p:spPr>
          <a:xfrm>
            <a:off x="5909658" y="1951166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D046E-A81F-B2AB-7FB8-14589A6D0192}"/>
              </a:ext>
            </a:extLst>
          </p:cNvPr>
          <p:cNvSpPr/>
          <p:nvPr/>
        </p:nvSpPr>
        <p:spPr>
          <a:xfrm>
            <a:off x="6150858" y="1951903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85D9F-3E77-EB8F-1C32-2BB2E431D33A}"/>
              </a:ext>
            </a:extLst>
          </p:cNvPr>
          <p:cNvSpPr/>
          <p:nvPr/>
        </p:nvSpPr>
        <p:spPr>
          <a:xfrm>
            <a:off x="6393826" y="195092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2EB7D3-ECBC-05FB-9515-2F8A250E7F51}"/>
              </a:ext>
            </a:extLst>
          </p:cNvPr>
          <p:cNvSpPr/>
          <p:nvPr/>
        </p:nvSpPr>
        <p:spPr>
          <a:xfrm>
            <a:off x="6639959" y="195092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0E0E5A-6219-5ECA-68C2-12FC6084FC2F}"/>
              </a:ext>
            </a:extLst>
          </p:cNvPr>
          <p:cNvSpPr/>
          <p:nvPr/>
        </p:nvSpPr>
        <p:spPr>
          <a:xfrm>
            <a:off x="1965020" y="4747630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UART Interface Handler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03AF727-15ED-C312-BAC3-BA2BA457F8F4}"/>
              </a:ext>
            </a:extLst>
          </p:cNvPr>
          <p:cNvSpPr/>
          <p:nvPr/>
        </p:nvSpPr>
        <p:spPr>
          <a:xfrm>
            <a:off x="1965020" y="2814605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 Interface Handler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018922-BF6B-BB37-C6AB-1E493D151A0E}"/>
              </a:ext>
            </a:extLst>
          </p:cNvPr>
          <p:cNvSpPr/>
          <p:nvPr/>
        </p:nvSpPr>
        <p:spPr>
          <a:xfrm>
            <a:off x="3656459" y="2814606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Message Dispatcher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98B0B-2BAB-98D0-212C-F54882CFAECD}"/>
              </a:ext>
            </a:extLst>
          </p:cNvPr>
          <p:cNvSpPr/>
          <p:nvPr/>
        </p:nvSpPr>
        <p:spPr>
          <a:xfrm>
            <a:off x="7644047" y="2075286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System Task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2B1C26-7199-9B0A-E149-A0CDD9743808}"/>
              </a:ext>
            </a:extLst>
          </p:cNvPr>
          <p:cNvSpPr txBox="1"/>
          <p:nvPr/>
        </p:nvSpPr>
        <p:spPr>
          <a:xfrm>
            <a:off x="6895219" y="1952176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E8DA59-9624-B6F7-F811-55434DD1D0A8}"/>
              </a:ext>
            </a:extLst>
          </p:cNvPr>
          <p:cNvSpPr txBox="1"/>
          <p:nvPr/>
        </p:nvSpPr>
        <p:spPr>
          <a:xfrm>
            <a:off x="5278115" y="1955156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F2847DCA-F9D1-BE79-494C-E93E61A76E26}"/>
              </a:ext>
            </a:extLst>
          </p:cNvPr>
          <p:cNvSpPr/>
          <p:nvPr/>
        </p:nvSpPr>
        <p:spPr>
          <a:xfrm>
            <a:off x="7667416" y="2814606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WiFi Task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A82036E-5FF9-B4E4-AEFB-B00C7BB716C1}"/>
              </a:ext>
            </a:extLst>
          </p:cNvPr>
          <p:cNvSpPr txBox="1"/>
          <p:nvPr/>
        </p:nvSpPr>
        <p:spPr>
          <a:xfrm>
            <a:off x="3877369" y="5285214"/>
            <a:ext cx="4809281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ESP32 Message Processing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5ECBD5-62BE-D713-C833-3CF8D69B7BAD}"/>
              </a:ext>
            </a:extLst>
          </p:cNvPr>
          <p:cNvSpPr/>
          <p:nvPr/>
        </p:nvSpPr>
        <p:spPr>
          <a:xfrm>
            <a:off x="7680131" y="3609168"/>
            <a:ext cx="1310656" cy="4222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Bluetooth Task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EC024BA-3FC9-05F0-4178-C0579BDF7388}"/>
              </a:ext>
            </a:extLst>
          </p:cNvPr>
          <p:cNvSpPr/>
          <p:nvPr/>
        </p:nvSpPr>
        <p:spPr>
          <a:xfrm>
            <a:off x="5626682" y="2697614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System Message Queue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DED0DB-F8D3-9832-6AE2-051AB15E7D56}"/>
              </a:ext>
            </a:extLst>
          </p:cNvPr>
          <p:cNvSpPr/>
          <p:nvPr/>
        </p:nvSpPr>
        <p:spPr>
          <a:xfrm>
            <a:off x="5697210" y="273794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A14743-4F0F-A01B-15EE-CD5C5800FD61}"/>
              </a:ext>
            </a:extLst>
          </p:cNvPr>
          <p:cNvSpPr/>
          <p:nvPr/>
        </p:nvSpPr>
        <p:spPr>
          <a:xfrm>
            <a:off x="5938410" y="2738186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C48F51-EB62-ECDF-E1A0-CD993B707DA9}"/>
              </a:ext>
            </a:extLst>
          </p:cNvPr>
          <p:cNvSpPr/>
          <p:nvPr/>
        </p:nvSpPr>
        <p:spPr>
          <a:xfrm>
            <a:off x="6179610" y="2738923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64D255-C92C-BDD1-44B7-E2B0298DB1C0}"/>
              </a:ext>
            </a:extLst>
          </p:cNvPr>
          <p:cNvSpPr/>
          <p:nvPr/>
        </p:nvSpPr>
        <p:spPr>
          <a:xfrm>
            <a:off x="6422578" y="273794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77BCE5-E88C-4DB0-A5D0-E14C218D449B}"/>
              </a:ext>
            </a:extLst>
          </p:cNvPr>
          <p:cNvSpPr/>
          <p:nvPr/>
        </p:nvSpPr>
        <p:spPr>
          <a:xfrm>
            <a:off x="6668711" y="2737948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44CCF3-5A99-9103-08FD-D6B2E3618911}"/>
              </a:ext>
            </a:extLst>
          </p:cNvPr>
          <p:cNvSpPr txBox="1"/>
          <p:nvPr/>
        </p:nvSpPr>
        <p:spPr>
          <a:xfrm>
            <a:off x="6895219" y="2766036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B51F29-983B-3595-54FE-B204EDA16DE0}"/>
              </a:ext>
            </a:extLst>
          </p:cNvPr>
          <p:cNvSpPr txBox="1"/>
          <p:nvPr/>
        </p:nvSpPr>
        <p:spPr>
          <a:xfrm>
            <a:off x="5306867" y="2742176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AE706EE-E49A-3BCB-55B8-BAB8189F8DD1}"/>
              </a:ext>
            </a:extLst>
          </p:cNvPr>
          <p:cNvSpPr/>
          <p:nvPr/>
        </p:nvSpPr>
        <p:spPr>
          <a:xfrm>
            <a:off x="5630430" y="3480107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System Message Queue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1ED208-6AE4-1305-099C-F5DD05C7353B}"/>
              </a:ext>
            </a:extLst>
          </p:cNvPr>
          <p:cNvSpPr/>
          <p:nvPr/>
        </p:nvSpPr>
        <p:spPr>
          <a:xfrm>
            <a:off x="5700958" y="3520441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E7E5BD-B4C8-D691-BE3A-936D05E41012}"/>
              </a:ext>
            </a:extLst>
          </p:cNvPr>
          <p:cNvSpPr/>
          <p:nvPr/>
        </p:nvSpPr>
        <p:spPr>
          <a:xfrm>
            <a:off x="5942158" y="352067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48066B-F47D-9C7B-A9DD-6D211C40773E}"/>
              </a:ext>
            </a:extLst>
          </p:cNvPr>
          <p:cNvSpPr/>
          <p:nvPr/>
        </p:nvSpPr>
        <p:spPr>
          <a:xfrm>
            <a:off x="6183358" y="3521416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FE3E2A-7F65-6870-B887-9A2CE5FA7DB3}"/>
              </a:ext>
            </a:extLst>
          </p:cNvPr>
          <p:cNvSpPr/>
          <p:nvPr/>
        </p:nvSpPr>
        <p:spPr>
          <a:xfrm>
            <a:off x="6426326" y="3520441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1E96E5-8DBF-3C39-C1D5-B3B20AFED6EA}"/>
              </a:ext>
            </a:extLst>
          </p:cNvPr>
          <p:cNvSpPr/>
          <p:nvPr/>
        </p:nvSpPr>
        <p:spPr>
          <a:xfrm>
            <a:off x="6672459" y="3520441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8E7D4C-C219-F29B-B077-881AD4C21824}"/>
              </a:ext>
            </a:extLst>
          </p:cNvPr>
          <p:cNvSpPr txBox="1"/>
          <p:nvPr/>
        </p:nvSpPr>
        <p:spPr>
          <a:xfrm>
            <a:off x="6898966" y="3520442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7C1706-627F-A52B-5FFC-287112D0EB1A}"/>
              </a:ext>
            </a:extLst>
          </p:cNvPr>
          <p:cNvSpPr txBox="1"/>
          <p:nvPr/>
        </p:nvSpPr>
        <p:spPr>
          <a:xfrm>
            <a:off x="5310928" y="3505453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4992C43-96A1-356E-AFFA-E08562EDAD64}"/>
              </a:ext>
            </a:extLst>
          </p:cNvPr>
          <p:cNvSpPr/>
          <p:nvPr/>
        </p:nvSpPr>
        <p:spPr>
          <a:xfrm>
            <a:off x="9689064" y="2697615"/>
            <a:ext cx="1310656" cy="656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STM32 Message Queue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AA286E-1A5E-E951-DB41-3388EE82C1DB}"/>
              </a:ext>
            </a:extLst>
          </p:cNvPr>
          <p:cNvSpPr/>
          <p:nvPr/>
        </p:nvSpPr>
        <p:spPr>
          <a:xfrm>
            <a:off x="9759592" y="273794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1E0AF2-AE37-BAC7-979A-F396AC9DDECE}"/>
              </a:ext>
            </a:extLst>
          </p:cNvPr>
          <p:cNvSpPr/>
          <p:nvPr/>
        </p:nvSpPr>
        <p:spPr>
          <a:xfrm>
            <a:off x="10000792" y="2738187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B5769F-F5C0-B1C5-FDA9-F232C4730687}"/>
              </a:ext>
            </a:extLst>
          </p:cNvPr>
          <p:cNvSpPr/>
          <p:nvPr/>
        </p:nvSpPr>
        <p:spPr>
          <a:xfrm>
            <a:off x="10241992" y="2738924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0F8305E-A05E-F22A-0F69-83E98A59F282}"/>
              </a:ext>
            </a:extLst>
          </p:cNvPr>
          <p:cNvSpPr/>
          <p:nvPr/>
        </p:nvSpPr>
        <p:spPr>
          <a:xfrm>
            <a:off x="10484960" y="273794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518914-8CE0-593C-A335-CE6600950B38}"/>
              </a:ext>
            </a:extLst>
          </p:cNvPr>
          <p:cNvSpPr/>
          <p:nvPr/>
        </p:nvSpPr>
        <p:spPr>
          <a:xfrm>
            <a:off x="10731093" y="2737949"/>
            <a:ext cx="216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9D831D-6D1F-4029-A99E-B77DA3D0FE13}"/>
              </a:ext>
            </a:extLst>
          </p:cNvPr>
          <p:cNvSpPr txBox="1"/>
          <p:nvPr/>
        </p:nvSpPr>
        <p:spPr>
          <a:xfrm>
            <a:off x="10602403" y="2493064"/>
            <a:ext cx="46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A324CC-CC52-1ED2-F634-2F3FE99E450F}"/>
              </a:ext>
            </a:extLst>
          </p:cNvPr>
          <p:cNvSpPr txBox="1"/>
          <p:nvPr/>
        </p:nvSpPr>
        <p:spPr>
          <a:xfrm>
            <a:off x="9689064" y="2476141"/>
            <a:ext cx="388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Tail</a:t>
            </a:r>
          </a:p>
        </p:txBody>
      </p:sp>
      <p:cxnSp>
        <p:nvCxnSpPr>
          <p:cNvPr id="82" name="Curved Connector 81">
            <a:extLst>
              <a:ext uri="{FF2B5EF4-FFF2-40B4-BE49-F238E27FC236}">
                <a16:creationId xmlns:a16="http://schemas.microsoft.com/office/drawing/2014/main" id="{45455903-78BE-10E7-3A34-35C44A75A86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954703" y="2286432"/>
            <a:ext cx="734361" cy="550458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urved Connector 83">
            <a:extLst>
              <a:ext uri="{FF2B5EF4-FFF2-40B4-BE49-F238E27FC236}">
                <a16:creationId xmlns:a16="http://schemas.microsoft.com/office/drawing/2014/main" id="{D149DB66-0EA1-A2CA-3BA3-6F4DC93BA36A}"/>
              </a:ext>
            </a:extLst>
          </p:cNvPr>
          <p:cNvCxnSpPr>
            <a:cxnSpLocks/>
          </p:cNvCxnSpPr>
          <p:nvPr/>
        </p:nvCxnSpPr>
        <p:spPr>
          <a:xfrm flipV="1">
            <a:off x="8975589" y="3259181"/>
            <a:ext cx="713475" cy="570849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2FC95B-03EE-B90C-73D5-E05D1295011B}"/>
              </a:ext>
            </a:extLst>
          </p:cNvPr>
          <p:cNvCxnSpPr>
            <a:cxnSpLocks/>
            <a:stCxn id="78" idx="3"/>
            <a:endCxn id="52" idx="1"/>
          </p:cNvCxnSpPr>
          <p:nvPr/>
        </p:nvCxnSpPr>
        <p:spPr>
          <a:xfrm>
            <a:off x="8978072" y="3025752"/>
            <a:ext cx="7109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828029D-5758-D0E0-4231-05C7A1932F32}"/>
              </a:ext>
            </a:extLst>
          </p:cNvPr>
          <p:cNvCxnSpPr>
            <a:cxnSpLocks/>
            <a:stCxn id="33" idx="3"/>
            <a:endCxn id="78" idx="1"/>
          </p:cNvCxnSpPr>
          <p:nvPr/>
        </p:nvCxnSpPr>
        <p:spPr>
          <a:xfrm>
            <a:off x="6937338" y="3025751"/>
            <a:ext cx="73007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8AC6671-8167-4AB5-4A94-0DF1E86028C7}"/>
              </a:ext>
            </a:extLst>
          </p:cNvPr>
          <p:cNvCxnSpPr>
            <a:cxnSpLocks/>
          </p:cNvCxnSpPr>
          <p:nvPr/>
        </p:nvCxnSpPr>
        <p:spPr>
          <a:xfrm>
            <a:off x="6913969" y="2294071"/>
            <a:ext cx="73007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C417A29-56B2-33B0-9D99-32B3C3BCA673}"/>
              </a:ext>
            </a:extLst>
          </p:cNvPr>
          <p:cNvCxnSpPr>
            <a:cxnSpLocks/>
          </p:cNvCxnSpPr>
          <p:nvPr/>
        </p:nvCxnSpPr>
        <p:spPr>
          <a:xfrm>
            <a:off x="6950053" y="3839747"/>
            <a:ext cx="73007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0CBA4291-39D3-3F47-84C9-7AC7F18EFAB2}"/>
              </a:ext>
            </a:extLst>
          </p:cNvPr>
          <p:cNvCxnSpPr>
            <a:stCxn id="13" idx="3"/>
            <a:endCxn id="4" idx="1"/>
          </p:cNvCxnSpPr>
          <p:nvPr/>
        </p:nvCxnSpPr>
        <p:spPr>
          <a:xfrm flipV="1">
            <a:off x="4967115" y="2238731"/>
            <a:ext cx="630815" cy="78702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D57C587D-796D-2299-FD72-0F470B8B54B7}"/>
              </a:ext>
            </a:extLst>
          </p:cNvPr>
          <p:cNvCxnSpPr>
            <a:stCxn id="13" idx="3"/>
            <a:endCxn id="42" idx="1"/>
          </p:cNvCxnSpPr>
          <p:nvPr/>
        </p:nvCxnSpPr>
        <p:spPr>
          <a:xfrm>
            <a:off x="4967115" y="3025752"/>
            <a:ext cx="663315" cy="782492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8971824-EA5A-7D65-EB2A-6252DF58F121}"/>
              </a:ext>
            </a:extLst>
          </p:cNvPr>
          <p:cNvCxnSpPr>
            <a:stCxn id="13" idx="3"/>
            <a:endCxn id="33" idx="1"/>
          </p:cNvCxnSpPr>
          <p:nvPr/>
        </p:nvCxnSpPr>
        <p:spPr>
          <a:xfrm flipV="1">
            <a:off x="4967115" y="3025751"/>
            <a:ext cx="659567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696D8DB-1959-D7CE-565E-B7B7C1F1568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279533" y="3025751"/>
            <a:ext cx="376926" cy="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B23AAA15-7134-DA86-C4E9-A66D55AC854E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2874021" y="3636778"/>
            <a:ext cx="1723653" cy="920342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Freeform 124">
            <a:extLst>
              <a:ext uri="{FF2B5EF4-FFF2-40B4-BE49-F238E27FC236}">
                <a16:creationId xmlns:a16="http://schemas.microsoft.com/office/drawing/2014/main" id="{AB12D15E-6932-7485-58C7-72140F0FB51B}"/>
              </a:ext>
            </a:extLst>
          </p:cNvPr>
          <p:cNvSpPr/>
          <p:nvPr/>
        </p:nvSpPr>
        <p:spPr>
          <a:xfrm>
            <a:off x="4328931" y="3235123"/>
            <a:ext cx="6036198" cy="1771549"/>
          </a:xfrm>
          <a:custGeom>
            <a:avLst/>
            <a:gdLst>
              <a:gd name="connsiteX0" fmla="*/ 0 w 6036198"/>
              <a:gd name="connsiteY0" fmla="*/ 0 h 1986994"/>
              <a:gd name="connsiteX1" fmla="*/ 1423686 w 6036198"/>
              <a:gd name="connsiteY1" fmla="*/ 1730415 h 1986994"/>
              <a:gd name="connsiteX2" fmla="*/ 4635661 w 6036198"/>
              <a:gd name="connsiteY2" fmla="*/ 1811438 h 1986994"/>
              <a:gd name="connsiteX3" fmla="*/ 6036198 w 6036198"/>
              <a:gd name="connsiteY3" fmla="*/ 127321 h 1986994"/>
              <a:gd name="connsiteX4" fmla="*/ 6036198 w 6036198"/>
              <a:gd name="connsiteY4" fmla="*/ 127321 h 1986994"/>
              <a:gd name="connsiteX0" fmla="*/ 0 w 6036198"/>
              <a:gd name="connsiteY0" fmla="*/ 0 h 1860431"/>
              <a:gd name="connsiteX1" fmla="*/ 1423686 w 6036198"/>
              <a:gd name="connsiteY1" fmla="*/ 1730415 h 1860431"/>
              <a:gd name="connsiteX2" fmla="*/ 4925028 w 6036198"/>
              <a:gd name="connsiteY2" fmla="*/ 1556795 h 1860431"/>
              <a:gd name="connsiteX3" fmla="*/ 6036198 w 6036198"/>
              <a:gd name="connsiteY3" fmla="*/ 127321 h 1860431"/>
              <a:gd name="connsiteX4" fmla="*/ 6036198 w 6036198"/>
              <a:gd name="connsiteY4" fmla="*/ 127321 h 1860431"/>
              <a:gd name="connsiteX0" fmla="*/ 0 w 6036198"/>
              <a:gd name="connsiteY0" fmla="*/ 0 h 1771549"/>
              <a:gd name="connsiteX1" fmla="*/ 1475772 w 6036198"/>
              <a:gd name="connsiteY1" fmla="*/ 1603094 h 1771549"/>
              <a:gd name="connsiteX2" fmla="*/ 4925028 w 6036198"/>
              <a:gd name="connsiteY2" fmla="*/ 1556795 h 1771549"/>
              <a:gd name="connsiteX3" fmla="*/ 6036198 w 6036198"/>
              <a:gd name="connsiteY3" fmla="*/ 127321 h 1771549"/>
              <a:gd name="connsiteX4" fmla="*/ 6036198 w 6036198"/>
              <a:gd name="connsiteY4" fmla="*/ 127321 h 177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6198" h="1771549">
                <a:moveTo>
                  <a:pt x="0" y="0"/>
                </a:moveTo>
                <a:cubicBezTo>
                  <a:pt x="325538" y="714254"/>
                  <a:pt x="654934" y="1343628"/>
                  <a:pt x="1475772" y="1603094"/>
                </a:cubicBezTo>
                <a:cubicBezTo>
                  <a:pt x="2296610" y="1862560"/>
                  <a:pt x="4164957" y="1802757"/>
                  <a:pt x="4925028" y="1556795"/>
                </a:cubicBezTo>
                <a:cubicBezTo>
                  <a:pt x="5685099" y="1310833"/>
                  <a:pt x="6036198" y="127321"/>
                  <a:pt x="6036198" y="127321"/>
                </a:cubicBezTo>
                <a:lnTo>
                  <a:pt x="6036198" y="127321"/>
                </a:ln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FD2FB93-9B3F-C473-E1BF-1F9B26BA13AE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2620348" y="3236896"/>
            <a:ext cx="0" cy="1510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4E91962-157C-B4C4-9F00-B179230943EB}"/>
              </a:ext>
            </a:extLst>
          </p:cNvPr>
          <p:cNvSpPr txBox="1"/>
          <p:nvPr/>
        </p:nvSpPr>
        <p:spPr>
          <a:xfrm>
            <a:off x="1965020" y="3792208"/>
            <a:ext cx="758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Messages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8A085B5-3BB7-1279-97A5-309064195287}"/>
              </a:ext>
            </a:extLst>
          </p:cNvPr>
          <p:cNvSpPr txBox="1"/>
          <p:nvPr/>
        </p:nvSpPr>
        <p:spPr>
          <a:xfrm>
            <a:off x="3656459" y="4512080"/>
            <a:ext cx="758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40799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A6E0-57DE-ABE0-71B2-DC6E1BF1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FBB6-1AD6-4CBC-E572-8C6525C69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6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4271</TotalTime>
  <Words>82</Words>
  <Application>Microsoft Macintosh PowerPoint</Application>
  <PresentationFormat>A3 Paper (297x420 mm)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Stevens</dc:creator>
  <cp:lastModifiedBy>Mark Stevens</cp:lastModifiedBy>
  <cp:revision>13</cp:revision>
  <dcterms:created xsi:type="dcterms:W3CDTF">2025-01-24T13:48:04Z</dcterms:created>
  <dcterms:modified xsi:type="dcterms:W3CDTF">2025-01-27T13:03:41Z</dcterms:modified>
</cp:coreProperties>
</file>